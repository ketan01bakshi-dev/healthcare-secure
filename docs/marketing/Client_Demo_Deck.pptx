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24E"/>
          </a:solidFill>
          <a:ln>
            <a:solidFill>
              <a:srgbClr val="1E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Aarogya One Connect</a:t>
            </a:r>
          </a:p>
          <a:p>
            <a:pPr>
              <a:spcAft>
                <a:spcPts val="2800"/>
              </a:spcAft>
              <a:defRPr sz="2400">
                <a:solidFill>
                  <a:srgbClr val="94A3B8"/>
                </a:solidFill>
              </a:defRPr>
            </a:pPr>
            <a:r>
              <a:t>The Professional Outpatient (OPD) Operating System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Voice-to-Rx  ·  4-Role Desks  ·  UPI QR Billing  ·  Gynae &amp; GP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www.aarogyaoneconnect.in  |  sales@aarogyaoneconnect.in  |  +91 75660 99983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524E"/>
          </a:solidFill>
          <a:ln>
            <a:solidFill>
              <a:srgbClr val="1E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AAROGYA ONE CONNECT · DEMO DECK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The Modern OPD Challenge — Where Time &amp; Revenue Slip 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Documentation Friction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Doctors spend 15–20 minutes typing or writing prescriptions manually every shift.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Illegible handwritten Rx leads to patient confusion and follow-up errors.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Manual repetition of patient history and vitals slows consultation speed.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Fragmented Operations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Front desk, nurse, doctor, and lab operate in isolated silos.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Chasing payment status at reception creates long queue waiting times.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Risk of data leakage and non-compliance with DPDPA 2023 guidelines.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524E"/>
          </a:solidFill>
          <a:ln>
            <a:solidFill>
              <a:srgbClr val="1E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AAROGYA ONE CONNECT · DEMO DECK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Four Workspaces — Tailored for Every Team 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103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Doctor Desk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Voice-to-Rx dictation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Case history brief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Vitals trend graphs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Video consultation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Referral inbox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554480"/>
            <a:ext cx="2103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Staff / Nurse Desk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Patient check-in vitals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Clinical history entry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Symptom recording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Pediatric ranges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Offline queue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2103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Reception Desk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Patient locking &amp; MRN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Live waiting queue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Razorpay UPI QR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Appointment desk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Billing ledger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554480"/>
            <a:ext cx="2103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Lab Desk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Diagnostic orders view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Report document upload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Structured result entry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HL7 v2 ORU ingest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Today's lab 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524E"/>
          </a:solidFill>
          <a:ln>
            <a:solidFill>
              <a:srgbClr val="1E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AAROGYA ONE CONNECT · DEMO DECK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Voice-to-Rx Engine — Dictate naturally, sign in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1. Speak Naturally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Dictate consultation in English, Hindi, or auto-detect.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Uses local/cloud AI speech engine.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Audio processed in-memory (never stored on disk).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2. AI Scribe Parsing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LLM automatically structures symptoms, diagnosis, meds, and advice.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Learns clinic-specific medical terminology and vocabulary.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Highlights ANC &amp; drug alert hints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3. Signed PDF Rx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Instant review &amp; 1-click digital signature.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Generates clean, branded PDF prescription.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Saves 15–20 minutes every single day!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524E"/>
          </a:solidFill>
          <a:ln>
            <a:solidFill>
              <a:srgbClr val="1E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AAROGYA ONE CONNECT · DEMO DECK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Built-In Clinical Depth — Gynecologist &amp; Polyclinic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Obstetric &amp; ANC Workflows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Full Obstetric Profile: LMP, EDD (Naegele's rule), GPLA, blood group, Rh.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Gestational age calculation on patient chip.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Pregnancy-aware vitals trend charts (GA x-axis).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Automatic ANC rule alerts &amp; ultrasound scan cadence hints.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Polyclinic &amp; GP Intelligence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Clinical Search: Search history by drug, diagnosis, or symptom across visits.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Forward Case History: Handoff patient records to colleague doctors.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Pediatric vitals range indicators.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Bilingual Hindi/English patient outputs.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524E"/>
          </a:solidFill>
          <a:ln>
            <a:solidFill>
              <a:srgbClr val="1E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AAROGYA ONE CONNECT · DEMO DECK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Revenue Integrity — Razorpay Dynamic UPI QR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Instant Dynamic UPI QR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Display dynamic Razorpay UPI QR code directly on patient visit card.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Patient scans &amp; pays via PhonePe, Google Pay, Paytm, or BHIM.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Webhook automatically confirms payment in clinic ledger.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100% Revenue Retained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Zero per-appointment booking commissions.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Zero marketplace transaction deductions.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Clear, itemized billing summary for consultation, dispensing, and lab.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524E"/>
          </a:solidFill>
          <a:ln>
            <a:solidFill>
              <a:srgbClr val="1E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AAROGYA ONE CONNECT · DEMO DECK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Privacy-First Architecture — DPDP 2023 Compliant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HMAC Blind Patient Identity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Patient phone numbers and names are never stored in plain text on clinical records.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HMAC-SHA256 hashing secures identity tokens.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Encrypted rest-tier storage with PIN PBKDF2 hashing.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Dedicated Indian Cloud Hosting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Data isolated per clinic tenant in Mumbai region.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No ad SDKs or third-party tracking scripts.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Role-based PIN access with full actor audit trail.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524E"/>
          </a:solidFill>
          <a:ln>
            <a:solidFill>
              <a:srgbClr val="1E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AAROGYA ONE CONNECT · DEMO DECK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Simple, Value-Driven Subscriptions — No Surprise Fees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Starter (Solo)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₹1,999 / mo (₹19,990 / yr)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1 Doctor + 3 Staff Seats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Full Voice-to-Rx Engine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Doctor, Staff, Reception, Lab desks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UPI QR Billing &amp; Android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Clinic (Polyclinic)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₹5,499 / mo (₹54,990 / yr)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Up to 5 Doctors + Unlimited Staff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Obstetric &amp; Gynae workflows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Clinical Search &amp; Analytics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Forward Case Handoff inbox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Priority Support Desk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Network (Chain)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Custom (from ₹12,999 / mo)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Multi-site management console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SLA-backed uptime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Custom branding on artifacts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Historical data migration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524E"/>
          </a:solidFill>
          <a:ln>
            <a:solidFill>
              <a:srgbClr val="1E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AAROGYA ONE CONNECT · DEMO DECK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Go Live in 10 Minutes — Zero Complex Installation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Mobile &amp; Browser Flexibility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Android App (APK/Play Store) for doctors and mobile staff.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Browser Web Desk (app.aarogyaoneconnect.in) for reception PC.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Runs smoothly on existing clinic phones, tablets, and desktops.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524E"/>
                </a:solidFill>
              </a:defRPr>
            </a:pPr>
            <a:r>
              <a:t>Seamless Onboarding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Self-onboarding takes under 10 minutes.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14-Day Risk-Free Private Pilot available.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Export your data anytime with zero lock-in.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24E"/>
          </a:solidFill>
          <a:ln>
            <a:solidFill>
              <a:srgbClr val="1E5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800" b="1">
                <a:solidFill>
                  <a:srgbClr val="FFFFFF"/>
                </a:solidFill>
              </a:defRPr>
            </a:pPr>
            <a:r>
              <a:t>Transform Your OPD Operations Today</a:t>
            </a:r>
          </a:p>
          <a:p>
            <a:pPr>
              <a:spcAft>
                <a:spcPts val="3600"/>
              </a:spcAft>
              <a:defRPr sz="2000">
                <a:solidFill>
                  <a:srgbClr val="94A3B8"/>
                </a:solidFill>
              </a:defRPr>
            </a:pPr>
            <a:r>
              <a:t>Book your 14-day risk-free pilot or live product walkthrough.</a:t>
            </a:r>
          </a:p>
          <a:p>
            <a:pPr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📞 WhatsApp / Phone: +91 75660 99983</a:t>
            </a:r>
          </a:p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✉️ Email: sales@aarogyaoneconnect.in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🌐 Web: www.aarogyaoneconnect.in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